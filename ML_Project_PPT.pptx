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9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1293876"/>
            <a:ext cx="198973" cy="3520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221712" y="1092708"/>
            <a:ext cx="198973" cy="55321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537728" y="1193292"/>
            <a:ext cx="198973" cy="4526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853745" y="891540"/>
            <a:ext cx="198973" cy="7543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69762" y="690372"/>
            <a:ext cx="198973" cy="9555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PROJECT REVIEW 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Return Prediction Using Ridge and</a:t>
            </a:r>
            <a:endParaRPr lang="en-US" sz="3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 with Feature Scaling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 ·  Academic Year 2026-27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10515600" cy="0"/>
          </a:xfrm>
          <a:prstGeom prst="line">
            <a:avLst/>
          </a:prstGeom>
          <a:noFill/>
          <a:ln w="12700">
            <a:solidFill>
              <a:srgbClr val="3A448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2520030014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2520030041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5029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Foundation, Hyderabad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Stock Return Prediction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markets generate large volumes of historical price and trading-volume data every session.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7980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974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shaped by several correlated factors, including opening, closing, high, and low prices, along with traded volume.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8496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490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machine learning model directly to such data can produce inaccurate and unstable results.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49011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006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brings all inputs to a comparable numerical range, improving both model performance and stability.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635240" y="1691640"/>
            <a:ext cx="3977640" cy="420624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2697480"/>
            <a:ext cx="186538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9257386" y="2514600"/>
            <a:ext cx="18653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9553651" y="2606040"/>
            <a:ext cx="186538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9849917" y="2331720"/>
            <a:ext cx="18653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46182" y="2148840"/>
            <a:ext cx="186538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3246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Regression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65760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Ridge and Lasso Regression, combined with feature scaling, to model the relationship between historical stock indicators and stock returns.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Modeling Stock Returns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19659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Feature Scales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volume fields span very different numerical ranges, which can bias a model's learned coefficients.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166360" cy="19659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Multicollinearity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774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indicators such as open, close, high, and low prices are often highly correlated with one another.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166360" cy="19659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251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634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linear regression can fit noise in the training data, reducing its reliability on unseen stock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4023360"/>
            <a:ext cx="5166360" cy="19659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4251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Unstable Predictions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6634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regularization and scaling, model coefficients and predicted returns can vary sharply between runs.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prepare historical stock market data — opening, closing, high, low prices, and trading volume.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060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feature scaling to bring all numerical inputs to a comparable, consistent range.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472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Ridge Regression (L2 penalty) and Lasso Regression (L1 penalty) as prediction models.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885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using Mean Squared Error, Mean Absolute Error, and R² score.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2978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both models and identify the more suitable approach for stock return prediction.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Conventional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013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least-squares regression fits all available features without penalty, which often leads to overfitting on correlated financial data.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64261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0545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feature scaling, high-magnitude variables such as trading volume can dominate the learned model.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4838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4670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shrinks coefficient magnitudes using an L2 penalty, improving stability when features are correlated.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432511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8795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applies an L1 penalty that can shrink less useful coefficients to exactly zero, acting as built-in feature selection.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51663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0292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regularization with standardization is a well-established way to build more reliable financial prediction models.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Regularized Regression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65760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proportional to the square of the coefficients. This shrinks coefficient magnitudes without eliminating features, controlling model complexity and reducing sensitivity to correlated financial indicators.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365760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148840"/>
            <a:ext cx="1463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651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24612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proportional to the absolute value of the coefficients. This can shrink the coefficients of less useful features to exactly zero, effectively performing automatic feature selection.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trained on standardized features and compared using common performance metrics to identify the more suitable approach.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Model Selection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8884" y="2651760"/>
            <a:ext cx="1965960" cy="1554480"/>
          </a:xfrm>
          <a:prstGeom prst="rect">
            <a:avLst/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0324" y="26517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Stock Data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(Open, Close, High, Low, Volume)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634844" y="26517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90876" y="2651760"/>
            <a:ext cx="1965960" cy="1554480"/>
          </a:xfrm>
          <a:prstGeom prst="rect">
            <a:avLst/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2316" y="26517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856836" y="26517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12868" y="2651760"/>
            <a:ext cx="1965960" cy="1554480"/>
          </a:xfrm>
          <a:prstGeom prst="rect">
            <a:avLst/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4308" y="26517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(Ridge &amp; Lasso Regression)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26517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34860" y="2651760"/>
            <a:ext cx="1965960" cy="1554480"/>
          </a:xfrm>
          <a:prstGeom prst="rect">
            <a:avLst/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6300" y="26517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(MSE, MAE, R²)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00820" y="26517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56852" y="2651760"/>
            <a:ext cx="196596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8292" y="26517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177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 are fed into both regression models; predictions are compared against actual returns to select the better-performing model.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173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20440" cy="14173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78308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Price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520440" cy="14173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78308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20440" cy="14173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52044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520440" cy="14173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52044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0" y="3520440"/>
            <a:ext cx="3520440" cy="141732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52044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Financial Indicators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Return, computed from historical price movement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Model Performance Is Measured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squared differences between predicted and actual returns; larger errors are penalized more heavily.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0440" cy="365760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magnitude of prediction errors, expressed in the same unit as the stock return itself.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520440" cy="365760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in stock returns explained by the model; a value closer to 1 indicates a better fit.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and Hardware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3.x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Jupyter Notebook / Google Colab / VS Code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 handling and preprocessing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computation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Ridge, Lasso, scaling, evaluation metrics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— visualization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20624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i3 or above (i5 recommended)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4 GB (8 GB recommended)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Minimum 500 MB free disk space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1366×768 or higher resolution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Windows, Linux, or macOS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Aims to Deliver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4708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that preprocesses and scales historical stock market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7157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7860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Ridge and Lasso Regression models for stock return prediction.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44728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evaluation of both models using MSE, MAE, and R² score.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45312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1596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insight into how feature scaling and regularization improve prediction stability.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532180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18464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the more suitable regression approach for the given dataset.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6628" y="2240280"/>
            <a:ext cx="103784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3848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2384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6588" y="2834640"/>
            <a:ext cx="2514600" cy="21945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658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6588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9468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finalization, abstract preparation, and requirement analysis.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8488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5848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58488" y="1920240"/>
            <a:ext cx="640080" cy="640080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1228" y="2834640"/>
            <a:ext cx="2514600" cy="21945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2122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1228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04108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cleaning, and feature scaling.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93128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9312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93128" y="1920240"/>
            <a:ext cx="640080" cy="640080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5868" y="2834640"/>
            <a:ext cx="2514600" cy="21945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5586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55868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38748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Ridge and Lasso Regression models.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27768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2776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027768" y="1920240"/>
            <a:ext cx="640080" cy="640080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0508" y="2834640"/>
            <a:ext cx="2514600" cy="2194560"/>
          </a:xfrm>
          <a:prstGeom prst="rect">
            <a:avLst/>
          </a:prstGeom>
          <a:solidFill>
            <a:srgbClr val="EAF0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9050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090508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273388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model comparison, and final report preparation.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Return Prediction — Regularized Regression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1293876"/>
            <a:ext cx="198973" cy="3520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221712" y="1092708"/>
            <a:ext cx="198973" cy="55321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537728" y="1193292"/>
            <a:ext cx="198973" cy="4526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853745" y="891540"/>
            <a:ext cx="198973" cy="7543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69762" y="690372"/>
            <a:ext cx="198973" cy="9555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5486400" cy="0"/>
          </a:xfrm>
          <a:prstGeom prst="line">
            <a:avLst/>
          </a:prstGeom>
          <a:noFill/>
          <a:ln w="12700">
            <a:solidFill>
              <a:srgbClr val="3A44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(2520030014)   ·   Akshith (2520030041)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Shaik Asif, Assistant Professor, CSE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63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Foundation, Hyderabad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1065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Chandra</cp:lastModifiedBy>
  <cp:revision>1</cp:revision>
  <dcterms:created xsi:type="dcterms:W3CDTF">2026-08-28T05:59:38Z</dcterms:created>
  <dcterms:modified xsi:type="dcterms:W3CDTF">2026-08-30T18:41:23Z</dcterms:modified>
</cp:coreProperties>
</file>